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5DD8-0733-4F5E-A520-35534F531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79E13-D6CA-DE31-412D-18331E7DD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A56B1-168D-FD3E-7666-9E5DA72A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E8616-9AD7-16D2-7BFB-BE12054D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041AC-BA45-7DBB-9088-3E865E51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9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DC5D-2522-021C-C8D1-F8786DF1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27B08-6955-3676-2A0C-B6BD244CF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A5E7C-336D-85F2-FA8B-54357F0E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15C4B-5D04-ED82-E26E-6154F5A0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68B1-FA6F-5C5D-DB09-BD712F7B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2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5445-3720-58EF-8BCA-D11E17A9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A35E2-083E-AB26-9A3B-51C9B2144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4E740-50BE-AD57-0E61-7A8234C4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B04FB-B321-CCF1-F321-DF081BA5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E1C3F-48BC-D5F5-9C24-06FA9EFF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5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39D4-5DFC-7938-D48F-D256041E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09A3-F3D2-F219-D4AE-C62188911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43115-C4AD-6682-0B2A-C3DC5AF00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D0A31-BE18-1E24-6B64-8DC39BBB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AAE86-BE7B-F6FC-8130-19C9B6EC5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2C829-7F8B-4A49-651D-9C9B0E86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5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B564-CBC1-5AA0-5F1F-A6F0F777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B4F9D-2AD5-544E-C11F-68048D04D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851F6-7DA1-A39D-0F7F-AF395B0F3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29DD5-71FD-63E0-5A57-B3017AAC4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B6047-D029-61E0-5877-084F2E291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C5CD3-32C0-B06E-5FD5-CCF6CF00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1A128-A531-F942-EDF3-4A715618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E38D2-BF40-F272-FFEC-FC86F9EB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30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5A02-6AB7-CEC2-4EBF-984275C4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7C7C3-3325-A915-A61A-316270F5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28834-A3D7-D96B-5121-6CE01A10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77896-A7EF-79A1-AB5D-81245EBE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6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78090-324C-1708-9464-BECA78BE7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F6CB8-3978-04E1-3C09-FB4CB33B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F94D6-9AF4-12D3-3455-03EB7F10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6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1254-781A-953D-20FB-19C04380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61144-42A8-0088-258B-A1474D110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60EFC-4BE5-6C3F-A488-67A3555B4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97405-DDEA-49C5-5A35-F26349DA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CCDE9-03A5-CBC3-98D5-3D473BC8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A6764-0EE2-74E0-43BC-BB68DC17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7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5A1B-34FF-C334-0F9D-CB91C1B7B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BF00C-5632-B182-7EA8-5448A0318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0E021-43C8-2380-0206-E3C18E490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09214-0F24-8608-8CAA-1BE32CAD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02E2E-81EE-4B26-3AA8-37083525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B5116-0831-F575-0D9C-6B32080B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4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E2DD-C839-0C09-B1D7-385FB762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BF5C5-B63C-EE7E-0CF3-9D20E5848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88E02-3A2C-D337-068C-15473EEB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E4B92-B835-CB00-52F7-D758B497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EA8F0-9337-1FD4-FD4D-B53FA443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0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1DB1B-218E-3264-0A43-C8F830C20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DEBE8-631E-AF2E-01D0-5DEA8367A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44FED-8115-B3D8-940D-9CC18D0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06441-A08A-7709-58B4-9B1BBCA5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AD721-50E7-0296-F11C-4254EA3A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AEF73-1A26-D8AA-A8C1-47F13541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B1683-747D-6D9E-8658-CC168BB0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BD457-E180-3388-DFF0-DD1DE43CB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B272C-D11A-41E5-ABB2-7F4A5B14247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8D140-2039-6ABF-A0F7-BE6EC04DF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F543E-7295-D02A-7297-D77E71241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82595-CCFA-44B9-A718-6580C1F02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1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5F1D0E2-0ED1-38F4-2E25-36B370786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593" y="2034536"/>
            <a:ext cx="1734729" cy="1945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417270-40B4-7750-CE2F-D587A15C1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694" y="2280453"/>
            <a:ext cx="7429753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3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Daramola, Olanrewaju M</dc:creator>
  <cp:lastModifiedBy>Daramola, Olanrewaju M</cp:lastModifiedBy>
  <cp:revision>1</cp:revision>
  <dcterms:created xsi:type="dcterms:W3CDTF">2025-11-09T11:30:55Z</dcterms:created>
  <dcterms:modified xsi:type="dcterms:W3CDTF">2025-11-09T11:45:01Z</dcterms:modified>
</cp:coreProperties>
</file>